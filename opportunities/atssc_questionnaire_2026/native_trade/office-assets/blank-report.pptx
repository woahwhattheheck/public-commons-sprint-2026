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3c4ce4f8440a6" /><Relationship Type="http://schemas.openxmlformats.org/officeDocument/2006/relationships/extended-properties" Target="/docProps/app.xml" Id="R72fe6932f2be4a35" /><Relationship Type="http://schemas.openxmlformats.org/officeDocument/2006/relationships/officeDocument" Target="/ppt/presentation.xml" Id="R5eecfe75e78b4b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9b51cc7c94092"/>
  </p:sldMasterIdLst>
  <p:notesMasterIdLst>
    <p:notesMasterId xmlns:r="http://schemas.openxmlformats.org/officeDocument/2006/relationships" r:id="R250729a3cecf4f46"/>
  </p:notesMasterIdLst>
  <p:sldIdLst>
    <p:sldId xmlns:r="http://schemas.openxmlformats.org/officeDocument/2006/relationships" id="256" r:id="R9a592ca49b3e46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8a2d35eae4d83" /><Relationship Type="http://schemas.openxmlformats.org/officeDocument/2006/relationships/slideMaster" Target="/ppt/slideMasters/slideMaster1.xml" Id="Rbe79b51cc7c94092" /><Relationship Type="http://schemas.openxmlformats.org/officeDocument/2006/relationships/notesMaster" Target="/ppt/notesMasters/notesMaster1.xml" Id="R250729a3cecf4f46" /><Relationship Type="http://schemas.openxmlformats.org/officeDocument/2006/relationships/presProps" Target="/ppt/presProps.xml" Id="Rc612c9e8c7a3452a" /><Relationship Type="http://schemas.openxmlformats.org/officeDocument/2006/relationships/tableStyles" Target="/ppt/tableStyles.xml" Id="R14d8601d518f434f" /><Relationship Type="http://schemas.openxmlformats.org/officeDocument/2006/relationships/slide" Target="/ppt/slides/slide1.xml" Id="R9a592ca49b3e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9a3f55174f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f662d0a5ce42ee" /><Relationship Type="http://schemas.openxmlformats.org/officeDocument/2006/relationships/notesMaster" Target="/ppt/notesMasters/notesMaster1.xml" Id="Rbaad255fcf6f46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5f260b1324f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b30c5417d4b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873a57f3447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05ad31ffd4e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240c702934c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ceb54c4ae4f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271E9E-FAED-417D-883C-F5FEA08F8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CB9D5E-6D6F-4167-BAFB-C9766683C2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36DA5E-4654-456A-8A12-9D6321929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8916D9-B35E-4D66-A402-F056D1884C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4F6D12-2C5E-4EDA-8A5B-6CD8CEF69D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3C1F72-E53D-48E5-AF10-BA519D6FE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E5CED9-0DE8-4973-8911-3104598252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9DB48E-33BF-4A44-B438-B79EF351C3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6D5AB1-84B0-4A9A-ABDA-F7E2C54FC0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0DF5F0-E822-42EC-861B-48E0411E0F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aa55ab64244dd7" /><Relationship Type="http://schemas.openxmlformats.org/officeDocument/2006/relationships/slideLayout" Target="/ppt/slideLayouts/slideLayout1.xml" Id="Rdff9f849a218450c" /><Relationship Type="http://schemas.openxmlformats.org/officeDocument/2006/relationships/slideLayout" Target="/ppt/slideLayouts/slideLayout2.xml" Id="Rb2a81a9db8994d36" /><Relationship Type="http://schemas.openxmlformats.org/officeDocument/2006/relationships/slideLayout" Target="/ppt/slideLayouts/slideLayout3.xml" Id="Rbffa3fba42f84dc5" /><Relationship Type="http://schemas.openxmlformats.org/officeDocument/2006/relationships/slideLayout" Target="/ppt/slideLayouts/slideLayout4.xml" Id="R1a0e6493a12a4667" /><Relationship Type="http://schemas.openxmlformats.org/officeDocument/2006/relationships/slideLayout" Target="/ppt/slideLayouts/slideLayout5.xml" Id="R6ad7e1b230ae4a3d" /><Relationship Type="http://schemas.openxmlformats.org/officeDocument/2006/relationships/slideLayout" Target="/ppt/slideLayouts/slideLayout6.xml" Id="Rc2eb8bbd810242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f9f849a218450c"/>
    <p:sldLayoutId xmlns:r="http://schemas.openxmlformats.org/officeDocument/2006/relationships" id="2147483650" r:id="Rb2a81a9db8994d36"/>
    <p:sldLayoutId xmlns:r="http://schemas.openxmlformats.org/officeDocument/2006/relationships" id="2147483651" r:id="Rbffa3fba42f84dc5"/>
    <p:sldLayoutId xmlns:r="http://schemas.openxmlformats.org/officeDocument/2006/relationships" id="2147483652" r:id="R1a0e6493a12a4667"/>
    <p:sldLayoutId xmlns:r="http://schemas.openxmlformats.org/officeDocument/2006/relationships" id="2147483653" r:id="R6ad7e1b230ae4a3d"/>
    <p:sldLayoutId xmlns:r="http://schemas.openxmlformats.org/officeDocument/2006/relationships" id="2147483654" r:id="Rc2eb8bbd810242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3eb64290f477d" /><Relationship Type="http://schemas.openxmlformats.org/officeDocument/2006/relationships/notesSlide" Target="/ppt/notesSlides/notesSlide1.xml" Id="R5d2c60f3ef8e42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85520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2026-10-13T01:17:16.4650000Z</dcterms:created>
  <dcterms:modified xsi:type="dcterms:W3CDTF">2026-10-13T01:17:16.4650000Z</dcterms:modified>
</coreProperties>
</file>